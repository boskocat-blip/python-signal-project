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BA03E-6553-01EF-AAC7-6C930A5B1953}" v="599" dt="2026-09-21T13:26:24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92013D-C621-48C8-9B86-832CF3F4725B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11701F-B07E-4EB4-B540-0B404A0E7698}">
      <dgm:prSet/>
      <dgm:spPr/>
      <dgm:t>
        <a:bodyPr/>
        <a:lstStyle/>
        <a:p>
          <a:r>
            <a:rPr lang="en-GB"/>
            <a:t>Syfte: Förbehandla råa ljudsignaler (.wav) för tillståndsbaserat underhåll (Predictive Maintenance)</a:t>
          </a:r>
          <a:endParaRPr lang="en-US"/>
        </a:p>
      </dgm:t>
    </dgm:pt>
    <dgm:pt modelId="{41ED4924-2D75-47DB-8200-58C6FCBC8D5A}" type="parTrans" cxnId="{273B0C54-4E38-4373-BBEA-967A4DBF9C93}">
      <dgm:prSet/>
      <dgm:spPr/>
      <dgm:t>
        <a:bodyPr/>
        <a:lstStyle/>
        <a:p>
          <a:endParaRPr lang="en-US"/>
        </a:p>
      </dgm:t>
    </dgm:pt>
    <dgm:pt modelId="{0388145E-E1BA-4F29-A975-3803DDDED685}" type="sibTrans" cxnId="{273B0C54-4E38-4373-BBEA-967A4DBF9C93}">
      <dgm:prSet/>
      <dgm:spPr/>
      <dgm:t>
        <a:bodyPr/>
        <a:lstStyle/>
        <a:p>
          <a:endParaRPr lang="en-US"/>
        </a:p>
      </dgm:t>
    </dgm:pt>
    <dgm:pt modelId="{3D105C63-3DB5-46F9-8226-422123842422}">
      <dgm:prSet/>
      <dgm:spPr/>
      <dgm:t>
        <a:bodyPr/>
        <a:lstStyle/>
        <a:p>
          <a:r>
            <a:rPr lang="en-GB"/>
            <a:t>Relevans: Direkt kopplat till min kommande LIA-PLATS och rollen som Data Scientist.</a:t>
          </a:r>
          <a:endParaRPr lang="en-US"/>
        </a:p>
      </dgm:t>
    </dgm:pt>
    <dgm:pt modelId="{7CED3E21-1457-4E46-8455-11AD6CA61A69}" type="parTrans" cxnId="{8CC47FD5-843F-41A9-A2E0-032B5DECDB92}">
      <dgm:prSet/>
      <dgm:spPr/>
      <dgm:t>
        <a:bodyPr/>
        <a:lstStyle/>
        <a:p>
          <a:endParaRPr lang="en-US"/>
        </a:p>
      </dgm:t>
    </dgm:pt>
    <dgm:pt modelId="{3EFBB03A-6679-4B9E-918A-F5154882F303}" type="sibTrans" cxnId="{8CC47FD5-843F-41A9-A2E0-032B5DECDB92}">
      <dgm:prSet/>
      <dgm:spPr/>
      <dgm:t>
        <a:bodyPr/>
        <a:lstStyle/>
        <a:p>
          <a:endParaRPr lang="en-US"/>
        </a:p>
      </dgm:t>
    </dgm:pt>
    <dgm:pt modelId="{5477C2C0-1577-4E04-97B9-9947F6E1AA5B}">
      <dgm:prSet/>
      <dgm:spPr/>
      <dgm:t>
        <a:bodyPr/>
        <a:lstStyle/>
        <a:p>
          <a:r>
            <a:rPr lang="en-GB"/>
            <a:t>Avgränsning: Fokus enbart på ljudsinaler och Fast Fourier Transform(FFT)</a:t>
          </a:r>
          <a:endParaRPr lang="en-US"/>
        </a:p>
      </dgm:t>
    </dgm:pt>
    <dgm:pt modelId="{024C9153-6450-4F83-B2E2-060E58E4E5B0}" type="parTrans" cxnId="{E72EC10B-2294-4599-A98D-921D0186DA46}">
      <dgm:prSet/>
      <dgm:spPr/>
      <dgm:t>
        <a:bodyPr/>
        <a:lstStyle/>
        <a:p>
          <a:endParaRPr lang="en-US"/>
        </a:p>
      </dgm:t>
    </dgm:pt>
    <dgm:pt modelId="{30AF484E-E6B3-4458-B0F8-48C2A3739DE6}" type="sibTrans" cxnId="{E72EC10B-2294-4599-A98D-921D0186DA46}">
      <dgm:prSet/>
      <dgm:spPr/>
      <dgm:t>
        <a:bodyPr/>
        <a:lstStyle/>
        <a:p>
          <a:endParaRPr lang="en-US"/>
        </a:p>
      </dgm:t>
    </dgm:pt>
    <dgm:pt modelId="{13B1650D-E3FE-4A97-90A6-CFBC5BDE64E1}">
      <dgm:prSet/>
      <dgm:spPr/>
      <dgm:t>
        <a:bodyPr/>
        <a:lstStyle/>
        <a:p>
          <a:r>
            <a:rPr lang="en-GB"/>
            <a:t>Medvetna val: Avancerade metoder som MFCC och realtidsanalys har valts bort för tydlig avgränsning.</a:t>
          </a:r>
          <a:endParaRPr lang="en-US"/>
        </a:p>
      </dgm:t>
    </dgm:pt>
    <dgm:pt modelId="{CA385DB2-4517-4509-9AFC-ED914E115288}" type="parTrans" cxnId="{54014690-4F8F-41A4-B6A3-183F209A9942}">
      <dgm:prSet/>
      <dgm:spPr/>
      <dgm:t>
        <a:bodyPr/>
        <a:lstStyle/>
        <a:p>
          <a:endParaRPr lang="en-US"/>
        </a:p>
      </dgm:t>
    </dgm:pt>
    <dgm:pt modelId="{9E636C57-8398-4844-898F-1B567A59E3B6}" type="sibTrans" cxnId="{54014690-4F8F-41A4-B6A3-183F209A9942}">
      <dgm:prSet/>
      <dgm:spPr/>
      <dgm:t>
        <a:bodyPr/>
        <a:lstStyle/>
        <a:p>
          <a:endParaRPr lang="en-US"/>
        </a:p>
      </dgm:t>
    </dgm:pt>
    <dgm:pt modelId="{45759757-AC6E-4DD4-BE17-7B456393ACEC}" type="pres">
      <dgm:prSet presAssocID="{8F92013D-C621-48C8-9B86-832CF3F4725B}" presName="matrix" presStyleCnt="0">
        <dgm:presLayoutVars>
          <dgm:chMax val="1"/>
          <dgm:dir/>
          <dgm:resizeHandles val="exact"/>
        </dgm:presLayoutVars>
      </dgm:prSet>
      <dgm:spPr/>
    </dgm:pt>
    <dgm:pt modelId="{7BB9373A-5BF5-4318-A235-491F79D093F3}" type="pres">
      <dgm:prSet presAssocID="{8F92013D-C621-48C8-9B86-832CF3F4725B}" presName="diamond" presStyleLbl="bgShp" presStyleIdx="0" presStyleCnt="1"/>
      <dgm:spPr/>
    </dgm:pt>
    <dgm:pt modelId="{C788A17D-F91D-4F1E-9114-BE1BCB49DE10}" type="pres">
      <dgm:prSet presAssocID="{8F92013D-C621-48C8-9B86-832CF3F4725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0994293-8C00-46D5-8E3D-CE012121F03C}" type="pres">
      <dgm:prSet presAssocID="{8F92013D-C621-48C8-9B86-832CF3F4725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C682D92-BC7F-45E2-AB9E-E081DE467C34}" type="pres">
      <dgm:prSet presAssocID="{8F92013D-C621-48C8-9B86-832CF3F4725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7C36A74-03C5-4370-853F-78BFC384DB69}" type="pres">
      <dgm:prSet presAssocID="{8F92013D-C621-48C8-9B86-832CF3F4725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72EC10B-2294-4599-A98D-921D0186DA46}" srcId="{8F92013D-C621-48C8-9B86-832CF3F4725B}" destId="{5477C2C0-1577-4E04-97B9-9947F6E1AA5B}" srcOrd="2" destOrd="0" parTransId="{024C9153-6450-4F83-B2E2-060E58E4E5B0}" sibTransId="{30AF484E-E6B3-4458-B0F8-48C2A3739DE6}"/>
    <dgm:cxn modelId="{304FA620-9DCC-4695-9C66-A411CDC6A797}" type="presOf" srcId="{5477C2C0-1577-4E04-97B9-9947F6E1AA5B}" destId="{3C682D92-BC7F-45E2-AB9E-E081DE467C34}" srcOrd="0" destOrd="0" presId="urn:microsoft.com/office/officeart/2005/8/layout/matrix3"/>
    <dgm:cxn modelId="{A150C273-FD79-463B-A0BD-C31A2DEF8D3F}" type="presOf" srcId="{CA11701F-B07E-4EB4-B540-0B404A0E7698}" destId="{C788A17D-F91D-4F1E-9114-BE1BCB49DE10}" srcOrd="0" destOrd="0" presId="urn:microsoft.com/office/officeart/2005/8/layout/matrix3"/>
    <dgm:cxn modelId="{273B0C54-4E38-4373-BBEA-967A4DBF9C93}" srcId="{8F92013D-C621-48C8-9B86-832CF3F4725B}" destId="{CA11701F-B07E-4EB4-B540-0B404A0E7698}" srcOrd="0" destOrd="0" parTransId="{41ED4924-2D75-47DB-8200-58C6FCBC8D5A}" sibTransId="{0388145E-E1BA-4F29-A975-3803DDDED685}"/>
    <dgm:cxn modelId="{54014690-4F8F-41A4-B6A3-183F209A9942}" srcId="{8F92013D-C621-48C8-9B86-832CF3F4725B}" destId="{13B1650D-E3FE-4A97-90A6-CFBC5BDE64E1}" srcOrd="3" destOrd="0" parTransId="{CA385DB2-4517-4509-9AFC-ED914E115288}" sibTransId="{9E636C57-8398-4844-898F-1B567A59E3B6}"/>
    <dgm:cxn modelId="{9F05B895-2CE2-4030-A997-60E9DD15EDCA}" type="presOf" srcId="{13B1650D-E3FE-4A97-90A6-CFBC5BDE64E1}" destId="{F7C36A74-03C5-4370-853F-78BFC384DB69}" srcOrd="0" destOrd="0" presId="urn:microsoft.com/office/officeart/2005/8/layout/matrix3"/>
    <dgm:cxn modelId="{8CC47FD5-843F-41A9-A2E0-032B5DECDB92}" srcId="{8F92013D-C621-48C8-9B86-832CF3F4725B}" destId="{3D105C63-3DB5-46F9-8226-422123842422}" srcOrd="1" destOrd="0" parTransId="{7CED3E21-1457-4E46-8455-11AD6CA61A69}" sibTransId="{3EFBB03A-6679-4B9E-918A-F5154882F303}"/>
    <dgm:cxn modelId="{3C01BBF3-3088-4AE8-AA51-DFD55FCADC3E}" type="presOf" srcId="{8F92013D-C621-48C8-9B86-832CF3F4725B}" destId="{45759757-AC6E-4DD4-BE17-7B456393ACEC}" srcOrd="0" destOrd="0" presId="urn:microsoft.com/office/officeart/2005/8/layout/matrix3"/>
    <dgm:cxn modelId="{271A23F4-7036-4F87-A681-D17DFF4BA8A9}" type="presOf" srcId="{3D105C63-3DB5-46F9-8226-422123842422}" destId="{10994293-8C00-46D5-8E3D-CE012121F03C}" srcOrd="0" destOrd="0" presId="urn:microsoft.com/office/officeart/2005/8/layout/matrix3"/>
    <dgm:cxn modelId="{68A88684-5A59-41D7-AA01-06FEEAFF8812}" type="presParOf" srcId="{45759757-AC6E-4DD4-BE17-7B456393ACEC}" destId="{7BB9373A-5BF5-4318-A235-491F79D093F3}" srcOrd="0" destOrd="0" presId="urn:microsoft.com/office/officeart/2005/8/layout/matrix3"/>
    <dgm:cxn modelId="{494CF043-EA16-4C13-B6F8-EA69B187B630}" type="presParOf" srcId="{45759757-AC6E-4DD4-BE17-7B456393ACEC}" destId="{C788A17D-F91D-4F1E-9114-BE1BCB49DE10}" srcOrd="1" destOrd="0" presId="urn:microsoft.com/office/officeart/2005/8/layout/matrix3"/>
    <dgm:cxn modelId="{A0C09BCD-B884-4115-808C-2B45B20AF525}" type="presParOf" srcId="{45759757-AC6E-4DD4-BE17-7B456393ACEC}" destId="{10994293-8C00-46D5-8E3D-CE012121F03C}" srcOrd="2" destOrd="0" presId="urn:microsoft.com/office/officeart/2005/8/layout/matrix3"/>
    <dgm:cxn modelId="{713E7CDA-BEDC-465A-A206-4651C4B03F62}" type="presParOf" srcId="{45759757-AC6E-4DD4-BE17-7B456393ACEC}" destId="{3C682D92-BC7F-45E2-AB9E-E081DE467C34}" srcOrd="3" destOrd="0" presId="urn:microsoft.com/office/officeart/2005/8/layout/matrix3"/>
    <dgm:cxn modelId="{ECC125FC-E54C-4A8E-95DE-7C703158FAFD}" type="presParOf" srcId="{45759757-AC6E-4DD4-BE17-7B456393ACEC}" destId="{F7C36A74-03C5-4370-853F-78BFC384DB6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9E2A7D-1766-4E8C-BD5B-2E455A5C42C2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2099D48-2727-4BBC-9BAC-7EAAF260F8AB}">
      <dgm:prSet/>
      <dgm:spPr/>
      <dgm:t>
        <a:bodyPr/>
        <a:lstStyle/>
        <a:p>
          <a:r>
            <a:rPr lang="en-GB"/>
            <a:t>Datagenerering: Syntetiska ljudsignaler skapas I tidsdomänen (50 Hz för normalt, 400 Hz för fel).</a:t>
          </a:r>
          <a:endParaRPr lang="en-US"/>
        </a:p>
      </dgm:t>
    </dgm:pt>
    <dgm:pt modelId="{8189FBEC-0230-46FE-A475-904CE06D3A4E}" type="parTrans" cxnId="{D3BFC0CE-3CBA-489C-A6CD-ED0D3A2DC629}">
      <dgm:prSet/>
      <dgm:spPr/>
      <dgm:t>
        <a:bodyPr/>
        <a:lstStyle/>
        <a:p>
          <a:endParaRPr lang="en-US"/>
        </a:p>
      </dgm:t>
    </dgm:pt>
    <dgm:pt modelId="{AA933209-3F6E-4897-A82F-4E6BEFC41C7D}" type="sibTrans" cxnId="{D3BFC0CE-3CBA-489C-A6CD-ED0D3A2DC629}">
      <dgm:prSet/>
      <dgm:spPr/>
      <dgm:t>
        <a:bodyPr/>
        <a:lstStyle/>
        <a:p>
          <a:endParaRPr lang="en-US"/>
        </a:p>
      </dgm:t>
    </dgm:pt>
    <dgm:pt modelId="{E3E328B6-F8EA-4645-B2AE-B363E668CD99}">
      <dgm:prSet/>
      <dgm:spPr/>
      <dgm:t>
        <a:bodyPr/>
        <a:lstStyle/>
        <a:p>
          <a:r>
            <a:rPr lang="en-GB"/>
            <a:t>Signalbehandling(FFT): Omvandling från tidsdomän till frekvensdomän med scippy.fft.</a:t>
          </a:r>
          <a:endParaRPr lang="en-US"/>
        </a:p>
      </dgm:t>
    </dgm:pt>
    <dgm:pt modelId="{131CA2D3-FC93-4F0B-AD69-69DDED0CE70A}" type="parTrans" cxnId="{B65F7192-11FF-42CA-A0AA-4454C284C615}">
      <dgm:prSet/>
      <dgm:spPr/>
      <dgm:t>
        <a:bodyPr/>
        <a:lstStyle/>
        <a:p>
          <a:endParaRPr lang="en-US"/>
        </a:p>
      </dgm:t>
    </dgm:pt>
    <dgm:pt modelId="{02F92F1A-BF71-4564-9C85-9DFEBFBA6082}" type="sibTrans" cxnId="{B65F7192-11FF-42CA-A0AA-4454C284C615}">
      <dgm:prSet/>
      <dgm:spPr/>
      <dgm:t>
        <a:bodyPr/>
        <a:lstStyle/>
        <a:p>
          <a:endParaRPr lang="en-US"/>
        </a:p>
      </dgm:t>
    </dgm:pt>
    <dgm:pt modelId="{0828509A-DB2E-423E-812F-FDF646B93744}">
      <dgm:prSet/>
      <dgm:spPr/>
      <dgm:t>
        <a:bodyPr/>
        <a:lstStyle/>
        <a:p>
          <a:r>
            <a:rPr lang="en-GB"/>
            <a:t>Feature Extraction: Beräkning av medelvärde, maxvärde och standardavvikelse.</a:t>
          </a:r>
          <a:endParaRPr lang="en-US"/>
        </a:p>
      </dgm:t>
    </dgm:pt>
    <dgm:pt modelId="{F8E21120-F7DA-4057-A21C-D93AE7CEB76B}" type="parTrans" cxnId="{0A586CA1-671C-4F84-98E0-58723E127283}">
      <dgm:prSet/>
      <dgm:spPr/>
      <dgm:t>
        <a:bodyPr/>
        <a:lstStyle/>
        <a:p>
          <a:endParaRPr lang="en-US"/>
        </a:p>
      </dgm:t>
    </dgm:pt>
    <dgm:pt modelId="{936A6461-CB94-41A1-BE9A-738B3F56A506}" type="sibTrans" cxnId="{0A586CA1-671C-4F84-98E0-58723E127283}">
      <dgm:prSet/>
      <dgm:spPr/>
      <dgm:t>
        <a:bodyPr/>
        <a:lstStyle/>
        <a:p>
          <a:endParaRPr lang="en-US"/>
        </a:p>
      </dgm:t>
    </dgm:pt>
    <dgm:pt modelId="{64306307-42A8-431A-89FE-CD87A2E55F72}">
      <dgm:prSet/>
      <dgm:spPr/>
      <dgm:t>
        <a:bodyPr/>
        <a:lstStyle/>
        <a:p>
          <a:r>
            <a:rPr lang="en-GB"/>
            <a:t>Klassificering: Träning av RandomForestClassifier från scikit-learn.</a:t>
          </a:r>
          <a:endParaRPr lang="en-US"/>
        </a:p>
      </dgm:t>
    </dgm:pt>
    <dgm:pt modelId="{E392D245-65CB-46C7-93CB-8296AB75924D}" type="parTrans" cxnId="{761D93FD-D232-4877-B307-7C8A1C265372}">
      <dgm:prSet/>
      <dgm:spPr/>
      <dgm:t>
        <a:bodyPr/>
        <a:lstStyle/>
        <a:p>
          <a:endParaRPr lang="en-US"/>
        </a:p>
      </dgm:t>
    </dgm:pt>
    <dgm:pt modelId="{6F9DB10C-EF52-45EE-B8CD-8819025776D6}" type="sibTrans" cxnId="{761D93FD-D232-4877-B307-7C8A1C265372}">
      <dgm:prSet/>
      <dgm:spPr/>
      <dgm:t>
        <a:bodyPr/>
        <a:lstStyle/>
        <a:p>
          <a:endParaRPr lang="en-US"/>
        </a:p>
      </dgm:t>
    </dgm:pt>
    <dgm:pt modelId="{17FC552A-96F6-41F3-8FD9-9B37CA1960B4}" type="pres">
      <dgm:prSet presAssocID="{B29E2A7D-1766-4E8C-BD5B-2E455A5C42C2}" presName="matrix" presStyleCnt="0">
        <dgm:presLayoutVars>
          <dgm:chMax val="1"/>
          <dgm:dir/>
          <dgm:resizeHandles val="exact"/>
        </dgm:presLayoutVars>
      </dgm:prSet>
      <dgm:spPr/>
    </dgm:pt>
    <dgm:pt modelId="{077BC3BF-942E-47C2-A4C8-35F65A7D7747}" type="pres">
      <dgm:prSet presAssocID="{B29E2A7D-1766-4E8C-BD5B-2E455A5C42C2}" presName="diamond" presStyleLbl="bgShp" presStyleIdx="0" presStyleCnt="1"/>
      <dgm:spPr/>
    </dgm:pt>
    <dgm:pt modelId="{5CC50450-F413-4BFE-BA09-BC39B6EB4643}" type="pres">
      <dgm:prSet presAssocID="{B29E2A7D-1766-4E8C-BD5B-2E455A5C42C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0CCC1BF-D9CF-4C45-98FD-BD697B50AA48}" type="pres">
      <dgm:prSet presAssocID="{B29E2A7D-1766-4E8C-BD5B-2E455A5C42C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A25D8E8-4CE5-4D48-8066-42E16DAF5E1C}" type="pres">
      <dgm:prSet presAssocID="{B29E2A7D-1766-4E8C-BD5B-2E455A5C42C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DE8C4AB-7D1D-41B4-8D6A-0131E1CAC361}" type="pres">
      <dgm:prSet presAssocID="{B29E2A7D-1766-4E8C-BD5B-2E455A5C42C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2A4650D-2206-4BA5-8C17-98520BFE8D22}" type="presOf" srcId="{64306307-42A8-431A-89FE-CD87A2E55F72}" destId="{1DE8C4AB-7D1D-41B4-8D6A-0131E1CAC361}" srcOrd="0" destOrd="0" presId="urn:microsoft.com/office/officeart/2005/8/layout/matrix3"/>
    <dgm:cxn modelId="{798E6B1C-6723-40A7-B067-9A16423BA958}" type="presOf" srcId="{E3E328B6-F8EA-4645-B2AE-B363E668CD99}" destId="{B0CCC1BF-D9CF-4C45-98FD-BD697B50AA48}" srcOrd="0" destOrd="0" presId="urn:microsoft.com/office/officeart/2005/8/layout/matrix3"/>
    <dgm:cxn modelId="{487FB81E-910C-4550-86E0-03D578FF83E7}" type="presOf" srcId="{B29E2A7D-1766-4E8C-BD5B-2E455A5C42C2}" destId="{17FC552A-96F6-41F3-8FD9-9B37CA1960B4}" srcOrd="0" destOrd="0" presId="urn:microsoft.com/office/officeart/2005/8/layout/matrix3"/>
    <dgm:cxn modelId="{A53DA923-557E-4476-AA37-C2DE3969B994}" type="presOf" srcId="{A2099D48-2727-4BBC-9BAC-7EAAF260F8AB}" destId="{5CC50450-F413-4BFE-BA09-BC39B6EB4643}" srcOrd="0" destOrd="0" presId="urn:microsoft.com/office/officeart/2005/8/layout/matrix3"/>
    <dgm:cxn modelId="{B65F7192-11FF-42CA-A0AA-4454C284C615}" srcId="{B29E2A7D-1766-4E8C-BD5B-2E455A5C42C2}" destId="{E3E328B6-F8EA-4645-B2AE-B363E668CD99}" srcOrd="1" destOrd="0" parTransId="{131CA2D3-FC93-4F0B-AD69-69DDED0CE70A}" sibTransId="{02F92F1A-BF71-4564-9C85-9DFEBFBA6082}"/>
    <dgm:cxn modelId="{6AE67F93-7809-4C55-80DE-DC6CC65E8D56}" type="presOf" srcId="{0828509A-DB2E-423E-812F-FDF646B93744}" destId="{4A25D8E8-4CE5-4D48-8066-42E16DAF5E1C}" srcOrd="0" destOrd="0" presId="urn:microsoft.com/office/officeart/2005/8/layout/matrix3"/>
    <dgm:cxn modelId="{0A586CA1-671C-4F84-98E0-58723E127283}" srcId="{B29E2A7D-1766-4E8C-BD5B-2E455A5C42C2}" destId="{0828509A-DB2E-423E-812F-FDF646B93744}" srcOrd="2" destOrd="0" parTransId="{F8E21120-F7DA-4057-A21C-D93AE7CEB76B}" sibTransId="{936A6461-CB94-41A1-BE9A-738B3F56A506}"/>
    <dgm:cxn modelId="{D3BFC0CE-3CBA-489C-A6CD-ED0D3A2DC629}" srcId="{B29E2A7D-1766-4E8C-BD5B-2E455A5C42C2}" destId="{A2099D48-2727-4BBC-9BAC-7EAAF260F8AB}" srcOrd="0" destOrd="0" parTransId="{8189FBEC-0230-46FE-A475-904CE06D3A4E}" sibTransId="{AA933209-3F6E-4897-A82F-4E6BEFC41C7D}"/>
    <dgm:cxn modelId="{761D93FD-D232-4877-B307-7C8A1C265372}" srcId="{B29E2A7D-1766-4E8C-BD5B-2E455A5C42C2}" destId="{64306307-42A8-431A-89FE-CD87A2E55F72}" srcOrd="3" destOrd="0" parTransId="{E392D245-65CB-46C7-93CB-8296AB75924D}" sibTransId="{6F9DB10C-EF52-45EE-B8CD-8819025776D6}"/>
    <dgm:cxn modelId="{8F2878C8-AA85-4A90-AA5B-A5EE91C758DD}" type="presParOf" srcId="{17FC552A-96F6-41F3-8FD9-9B37CA1960B4}" destId="{077BC3BF-942E-47C2-A4C8-35F65A7D7747}" srcOrd="0" destOrd="0" presId="urn:microsoft.com/office/officeart/2005/8/layout/matrix3"/>
    <dgm:cxn modelId="{5C24A840-BD47-44B6-8E85-0110081BA8B3}" type="presParOf" srcId="{17FC552A-96F6-41F3-8FD9-9B37CA1960B4}" destId="{5CC50450-F413-4BFE-BA09-BC39B6EB4643}" srcOrd="1" destOrd="0" presId="urn:microsoft.com/office/officeart/2005/8/layout/matrix3"/>
    <dgm:cxn modelId="{645F1940-2FD5-497C-992F-00C64719045D}" type="presParOf" srcId="{17FC552A-96F6-41F3-8FD9-9B37CA1960B4}" destId="{B0CCC1BF-D9CF-4C45-98FD-BD697B50AA48}" srcOrd="2" destOrd="0" presId="urn:microsoft.com/office/officeart/2005/8/layout/matrix3"/>
    <dgm:cxn modelId="{1F9A35D5-12B6-4533-A395-703F49BA9353}" type="presParOf" srcId="{17FC552A-96F6-41F3-8FD9-9B37CA1960B4}" destId="{4A25D8E8-4CE5-4D48-8066-42E16DAF5E1C}" srcOrd="3" destOrd="0" presId="urn:microsoft.com/office/officeart/2005/8/layout/matrix3"/>
    <dgm:cxn modelId="{A247C355-916A-4D81-B41B-E9DCFBFEE193}" type="presParOf" srcId="{17FC552A-96F6-41F3-8FD9-9B37CA1960B4}" destId="{1DE8C4AB-7D1D-41B4-8D6A-0131E1CAC36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463308-5E78-4FA3-8902-CAB16799DAD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1896EFA-DFF0-4FAE-9A5E-E16E5C8F9808}">
      <dgm:prSet/>
      <dgm:spPr/>
      <dgm:t>
        <a:bodyPr/>
        <a:lstStyle/>
        <a:p>
          <a:r>
            <a:rPr lang="en-GB"/>
            <a:t>Struktur: Huvudkoden fins I main.py ich alla beroenden I requirements.txt.</a:t>
          </a:r>
          <a:endParaRPr lang="en-US"/>
        </a:p>
      </dgm:t>
    </dgm:pt>
    <dgm:pt modelId="{73161580-A5B7-4DBF-970E-7E6BF388CA48}" type="parTrans" cxnId="{57182522-6B4A-4020-AEDA-A55E55373A50}">
      <dgm:prSet/>
      <dgm:spPr/>
      <dgm:t>
        <a:bodyPr/>
        <a:lstStyle/>
        <a:p>
          <a:endParaRPr lang="en-US"/>
        </a:p>
      </dgm:t>
    </dgm:pt>
    <dgm:pt modelId="{63A2F3A8-1061-4620-AA01-E326609483D6}" type="sibTrans" cxnId="{57182522-6B4A-4020-AEDA-A55E55373A50}">
      <dgm:prSet/>
      <dgm:spPr/>
      <dgm:t>
        <a:bodyPr/>
        <a:lstStyle/>
        <a:p>
          <a:endParaRPr lang="en-US"/>
        </a:p>
      </dgm:t>
    </dgm:pt>
    <dgm:pt modelId="{AF31F165-A512-4532-B5DB-63863E67603B}">
      <dgm:prSet/>
      <dgm:spPr/>
      <dgm:t>
        <a:bodyPr/>
        <a:lstStyle/>
        <a:p>
          <a:r>
            <a:rPr lang="en-GB"/>
            <a:t>Viktiga bibliotek: numpy, scipy, librosa och scikit-learn.</a:t>
          </a:r>
          <a:endParaRPr lang="en-US"/>
        </a:p>
      </dgm:t>
    </dgm:pt>
    <dgm:pt modelId="{A25BBAE3-CD8E-4D33-B6B8-0BC8ABEA3849}" type="parTrans" cxnId="{513D385B-A882-468F-9941-5C8CF0C3686C}">
      <dgm:prSet/>
      <dgm:spPr/>
      <dgm:t>
        <a:bodyPr/>
        <a:lstStyle/>
        <a:p>
          <a:endParaRPr lang="en-US"/>
        </a:p>
      </dgm:t>
    </dgm:pt>
    <dgm:pt modelId="{57AE4817-0BDB-4F08-B511-2FC68CB251CD}" type="sibTrans" cxnId="{513D385B-A882-468F-9941-5C8CF0C3686C}">
      <dgm:prSet/>
      <dgm:spPr/>
      <dgm:t>
        <a:bodyPr/>
        <a:lstStyle/>
        <a:p>
          <a:endParaRPr lang="en-US"/>
        </a:p>
      </dgm:t>
    </dgm:pt>
    <dgm:pt modelId="{B66C8A93-DBAF-41F2-B46E-3F8B305A4223}">
      <dgm:prSet/>
      <dgm:spPr/>
      <dgm:t>
        <a:bodyPr/>
        <a:lstStyle/>
        <a:p>
          <a:r>
            <a:rPr lang="en-GB"/>
            <a:t>Resultat: Modellen når hög pricksäkerhet eftersom FFT gör det lätt att skilja på frekvenserna.</a:t>
          </a:r>
          <a:endParaRPr lang="en-US"/>
        </a:p>
      </dgm:t>
    </dgm:pt>
    <dgm:pt modelId="{4A84A774-45D6-477E-B0B7-8B87F92DA27F}" type="parTrans" cxnId="{702EF5F2-FEB9-4834-BEA4-EC2D483DFC20}">
      <dgm:prSet/>
      <dgm:spPr/>
      <dgm:t>
        <a:bodyPr/>
        <a:lstStyle/>
        <a:p>
          <a:endParaRPr lang="en-US"/>
        </a:p>
      </dgm:t>
    </dgm:pt>
    <dgm:pt modelId="{162DF32E-3017-4416-8958-45012724931D}" type="sibTrans" cxnId="{702EF5F2-FEB9-4834-BEA4-EC2D483DFC20}">
      <dgm:prSet/>
      <dgm:spPr/>
      <dgm:t>
        <a:bodyPr/>
        <a:lstStyle/>
        <a:p>
          <a:endParaRPr lang="en-US"/>
        </a:p>
      </dgm:t>
    </dgm:pt>
    <dgm:pt modelId="{D2B0D1D6-69FB-4C76-94B9-DA6A281B544A}">
      <dgm:prSet/>
      <dgm:spPr/>
      <dgm:t>
        <a:bodyPr/>
        <a:lstStyle/>
        <a:p>
          <a:r>
            <a:rPr lang="en-GB"/>
            <a:t>Demonstration: Koden körs enkelt I terminalen med python main.py.</a:t>
          </a:r>
          <a:endParaRPr lang="en-US"/>
        </a:p>
      </dgm:t>
    </dgm:pt>
    <dgm:pt modelId="{A4579A3D-43DC-4FBD-B505-D084AD031D87}" type="parTrans" cxnId="{2D650663-8513-4C3D-9910-E7A781834EDF}">
      <dgm:prSet/>
      <dgm:spPr/>
      <dgm:t>
        <a:bodyPr/>
        <a:lstStyle/>
        <a:p>
          <a:endParaRPr lang="en-US"/>
        </a:p>
      </dgm:t>
    </dgm:pt>
    <dgm:pt modelId="{FF9EA991-6D9B-4CD4-9A53-98D711637176}" type="sibTrans" cxnId="{2D650663-8513-4C3D-9910-E7A781834EDF}">
      <dgm:prSet/>
      <dgm:spPr/>
      <dgm:t>
        <a:bodyPr/>
        <a:lstStyle/>
        <a:p>
          <a:endParaRPr lang="en-US"/>
        </a:p>
      </dgm:t>
    </dgm:pt>
    <dgm:pt modelId="{7076C793-01D3-4253-B9B4-EC5E9C1BD754}" type="pres">
      <dgm:prSet presAssocID="{A1463308-5E78-4FA3-8902-CAB16799DAD8}" presName="linear" presStyleCnt="0">
        <dgm:presLayoutVars>
          <dgm:animLvl val="lvl"/>
          <dgm:resizeHandles val="exact"/>
        </dgm:presLayoutVars>
      </dgm:prSet>
      <dgm:spPr/>
    </dgm:pt>
    <dgm:pt modelId="{E4373123-DF84-480F-9262-323C4DC11DE2}" type="pres">
      <dgm:prSet presAssocID="{F1896EFA-DFF0-4FAE-9A5E-E16E5C8F980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472325-1CC5-422B-A75A-7B23651782E7}" type="pres">
      <dgm:prSet presAssocID="{63A2F3A8-1061-4620-AA01-E326609483D6}" presName="spacer" presStyleCnt="0"/>
      <dgm:spPr/>
    </dgm:pt>
    <dgm:pt modelId="{5B92AE58-B503-4074-8C08-E45DAD698E66}" type="pres">
      <dgm:prSet presAssocID="{AF31F165-A512-4532-B5DB-63863E6760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99F4CC-FA01-4440-B577-3D6B1BFC2EE1}" type="pres">
      <dgm:prSet presAssocID="{57AE4817-0BDB-4F08-B511-2FC68CB251CD}" presName="spacer" presStyleCnt="0"/>
      <dgm:spPr/>
    </dgm:pt>
    <dgm:pt modelId="{0A96756E-4322-4907-B8E8-878971859B8F}" type="pres">
      <dgm:prSet presAssocID="{B66C8A93-DBAF-41F2-B46E-3F8B305A422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D10EA54-A572-476E-A92D-9EE6BE27E9B2}" type="pres">
      <dgm:prSet presAssocID="{162DF32E-3017-4416-8958-45012724931D}" presName="spacer" presStyleCnt="0"/>
      <dgm:spPr/>
    </dgm:pt>
    <dgm:pt modelId="{CF2A41CB-9A02-4D41-9020-7F3BB079A097}" type="pres">
      <dgm:prSet presAssocID="{D2B0D1D6-69FB-4C76-94B9-DA6A281B544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7182522-6B4A-4020-AEDA-A55E55373A50}" srcId="{A1463308-5E78-4FA3-8902-CAB16799DAD8}" destId="{F1896EFA-DFF0-4FAE-9A5E-E16E5C8F9808}" srcOrd="0" destOrd="0" parTransId="{73161580-A5B7-4DBF-970E-7E6BF388CA48}" sibTransId="{63A2F3A8-1061-4620-AA01-E326609483D6}"/>
    <dgm:cxn modelId="{513D385B-A882-468F-9941-5C8CF0C3686C}" srcId="{A1463308-5E78-4FA3-8902-CAB16799DAD8}" destId="{AF31F165-A512-4532-B5DB-63863E67603B}" srcOrd="1" destOrd="0" parTransId="{A25BBAE3-CD8E-4D33-B6B8-0BC8ABEA3849}" sibTransId="{57AE4817-0BDB-4F08-B511-2FC68CB251CD}"/>
    <dgm:cxn modelId="{2D650663-8513-4C3D-9910-E7A781834EDF}" srcId="{A1463308-5E78-4FA3-8902-CAB16799DAD8}" destId="{D2B0D1D6-69FB-4C76-94B9-DA6A281B544A}" srcOrd="3" destOrd="0" parTransId="{A4579A3D-43DC-4FBD-B505-D084AD031D87}" sibTransId="{FF9EA991-6D9B-4CD4-9A53-98D711637176}"/>
    <dgm:cxn modelId="{0851E78A-A20C-4B3A-8B56-D96B6438F107}" type="presOf" srcId="{A1463308-5E78-4FA3-8902-CAB16799DAD8}" destId="{7076C793-01D3-4253-B9B4-EC5E9C1BD754}" srcOrd="0" destOrd="0" presId="urn:microsoft.com/office/officeart/2005/8/layout/vList2"/>
    <dgm:cxn modelId="{849988C9-904E-4D11-9403-D295501C93FE}" type="presOf" srcId="{F1896EFA-DFF0-4FAE-9A5E-E16E5C8F9808}" destId="{E4373123-DF84-480F-9262-323C4DC11DE2}" srcOrd="0" destOrd="0" presId="urn:microsoft.com/office/officeart/2005/8/layout/vList2"/>
    <dgm:cxn modelId="{7252A2D5-14D1-4768-AC18-7B68436296DD}" type="presOf" srcId="{AF31F165-A512-4532-B5DB-63863E67603B}" destId="{5B92AE58-B503-4074-8C08-E45DAD698E66}" srcOrd="0" destOrd="0" presId="urn:microsoft.com/office/officeart/2005/8/layout/vList2"/>
    <dgm:cxn modelId="{E0F16EDA-6A03-4D4E-AED9-59A9CCE585AE}" type="presOf" srcId="{D2B0D1D6-69FB-4C76-94B9-DA6A281B544A}" destId="{CF2A41CB-9A02-4D41-9020-7F3BB079A097}" srcOrd="0" destOrd="0" presId="urn:microsoft.com/office/officeart/2005/8/layout/vList2"/>
    <dgm:cxn modelId="{2EF6B3E3-D4E6-493B-B95A-5C52A8316FA2}" type="presOf" srcId="{B66C8A93-DBAF-41F2-B46E-3F8B305A4223}" destId="{0A96756E-4322-4907-B8E8-878971859B8F}" srcOrd="0" destOrd="0" presId="urn:microsoft.com/office/officeart/2005/8/layout/vList2"/>
    <dgm:cxn modelId="{702EF5F2-FEB9-4834-BEA4-EC2D483DFC20}" srcId="{A1463308-5E78-4FA3-8902-CAB16799DAD8}" destId="{B66C8A93-DBAF-41F2-B46E-3F8B305A4223}" srcOrd="2" destOrd="0" parTransId="{4A84A774-45D6-477E-B0B7-8B87F92DA27F}" sibTransId="{162DF32E-3017-4416-8958-45012724931D}"/>
    <dgm:cxn modelId="{B891C517-EA35-4A32-ADA8-024983F33B94}" type="presParOf" srcId="{7076C793-01D3-4253-B9B4-EC5E9C1BD754}" destId="{E4373123-DF84-480F-9262-323C4DC11DE2}" srcOrd="0" destOrd="0" presId="urn:microsoft.com/office/officeart/2005/8/layout/vList2"/>
    <dgm:cxn modelId="{61867D03-92C9-4BDB-B9F4-A8169A1C17C0}" type="presParOf" srcId="{7076C793-01D3-4253-B9B4-EC5E9C1BD754}" destId="{D4472325-1CC5-422B-A75A-7B23651782E7}" srcOrd="1" destOrd="0" presId="urn:microsoft.com/office/officeart/2005/8/layout/vList2"/>
    <dgm:cxn modelId="{48100B79-D39D-4DC5-9122-3757ECBADFDE}" type="presParOf" srcId="{7076C793-01D3-4253-B9B4-EC5E9C1BD754}" destId="{5B92AE58-B503-4074-8C08-E45DAD698E66}" srcOrd="2" destOrd="0" presId="urn:microsoft.com/office/officeart/2005/8/layout/vList2"/>
    <dgm:cxn modelId="{A2D4ECAF-C1E4-4B2B-94C8-37844F58FB1D}" type="presParOf" srcId="{7076C793-01D3-4253-B9B4-EC5E9C1BD754}" destId="{D799F4CC-FA01-4440-B577-3D6B1BFC2EE1}" srcOrd="3" destOrd="0" presId="urn:microsoft.com/office/officeart/2005/8/layout/vList2"/>
    <dgm:cxn modelId="{6AFF74B4-DC92-4E8B-9E94-59C2F49C98CD}" type="presParOf" srcId="{7076C793-01D3-4253-B9B4-EC5E9C1BD754}" destId="{0A96756E-4322-4907-B8E8-878971859B8F}" srcOrd="4" destOrd="0" presId="urn:microsoft.com/office/officeart/2005/8/layout/vList2"/>
    <dgm:cxn modelId="{DAEA7CD5-D3C0-482F-A857-90AF736DD35A}" type="presParOf" srcId="{7076C793-01D3-4253-B9B4-EC5E9C1BD754}" destId="{DD10EA54-A572-476E-A92D-9EE6BE27E9B2}" srcOrd="5" destOrd="0" presId="urn:microsoft.com/office/officeart/2005/8/layout/vList2"/>
    <dgm:cxn modelId="{9B8603CA-F8DF-40BE-B33F-6140D6FA5E63}" type="presParOf" srcId="{7076C793-01D3-4253-B9B4-EC5E9C1BD754}" destId="{CF2A41CB-9A02-4D41-9020-7F3BB079A0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2F40C0-E56D-4DC5-87D2-8DA73B30DF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91839FF-A6D2-4669-9882-DE9F0F8E2CA1}">
      <dgm:prSet/>
      <dgm:spPr/>
      <dgm:t>
        <a:bodyPr/>
        <a:lstStyle/>
        <a:p>
          <a:r>
            <a:rPr lang="en-GB"/>
            <a:t>Begränsningar: Projektet täcker enbart korta, syntetiska .wav- filer utan realtidshantering.</a:t>
          </a:r>
          <a:endParaRPr lang="en-US"/>
        </a:p>
      </dgm:t>
    </dgm:pt>
    <dgm:pt modelId="{B42EDA9E-DB6D-4535-89A8-4837E053BF8C}" type="parTrans" cxnId="{7A2DC92A-5669-4F73-A87E-FD49667D6547}">
      <dgm:prSet/>
      <dgm:spPr/>
      <dgm:t>
        <a:bodyPr/>
        <a:lstStyle/>
        <a:p>
          <a:endParaRPr lang="en-US"/>
        </a:p>
      </dgm:t>
    </dgm:pt>
    <dgm:pt modelId="{4C9CDCCC-455F-48AF-99F1-FF2D76E432DC}" type="sibTrans" cxnId="{7A2DC92A-5669-4F73-A87E-FD49667D6547}">
      <dgm:prSet/>
      <dgm:spPr/>
      <dgm:t>
        <a:bodyPr/>
        <a:lstStyle/>
        <a:p>
          <a:endParaRPr lang="en-US"/>
        </a:p>
      </dgm:t>
    </dgm:pt>
    <dgm:pt modelId="{3C6E10EA-FC7B-45D4-B937-A51C56BFFB0B}">
      <dgm:prSet/>
      <dgm:spPr/>
      <dgm:t>
        <a:bodyPr/>
        <a:lstStyle/>
        <a:p>
          <a:r>
            <a:rPr lang="en-GB"/>
            <a:t>Huvudsaklig lärdom: Rått förbehandling (Feature Extraction) underlättar maskininlärningen avsevärt.</a:t>
          </a:r>
          <a:endParaRPr lang="en-US"/>
        </a:p>
      </dgm:t>
    </dgm:pt>
    <dgm:pt modelId="{27B0A4EB-2269-4665-A82A-97385A4E9968}" type="parTrans" cxnId="{454D9831-B8CA-457D-AB3E-A9BC7CFF7FAC}">
      <dgm:prSet/>
      <dgm:spPr/>
      <dgm:t>
        <a:bodyPr/>
        <a:lstStyle/>
        <a:p>
          <a:endParaRPr lang="en-US"/>
        </a:p>
      </dgm:t>
    </dgm:pt>
    <dgm:pt modelId="{0CEB1E59-23EF-4D75-9A52-083C75554870}" type="sibTrans" cxnId="{454D9831-B8CA-457D-AB3E-A9BC7CFF7FAC}">
      <dgm:prSet/>
      <dgm:spPr/>
      <dgm:t>
        <a:bodyPr/>
        <a:lstStyle/>
        <a:p>
          <a:endParaRPr lang="en-US"/>
        </a:p>
      </dgm:t>
    </dgm:pt>
    <dgm:pt modelId="{7CAA34E9-75FA-43C2-B032-EA7E96037202}">
      <dgm:prSet/>
      <dgm:spPr/>
      <dgm:t>
        <a:bodyPr/>
        <a:lstStyle/>
        <a:p>
          <a:r>
            <a:rPr lang="en-GB"/>
            <a:t>Källkod: Finns tillgängling på GitHub.</a:t>
          </a:r>
          <a:endParaRPr lang="en-US"/>
        </a:p>
      </dgm:t>
    </dgm:pt>
    <dgm:pt modelId="{9F870480-03BD-476D-B187-676EA8071E44}" type="parTrans" cxnId="{6F05F19F-DF58-4744-9635-E15FA8A4B051}">
      <dgm:prSet/>
      <dgm:spPr/>
      <dgm:t>
        <a:bodyPr/>
        <a:lstStyle/>
        <a:p>
          <a:endParaRPr lang="en-US"/>
        </a:p>
      </dgm:t>
    </dgm:pt>
    <dgm:pt modelId="{0BB19A1A-A441-4F55-968B-ECB2509696F2}" type="sibTrans" cxnId="{6F05F19F-DF58-4744-9635-E15FA8A4B051}">
      <dgm:prSet/>
      <dgm:spPr/>
      <dgm:t>
        <a:bodyPr/>
        <a:lstStyle/>
        <a:p>
          <a:endParaRPr lang="en-US"/>
        </a:p>
      </dgm:t>
    </dgm:pt>
    <dgm:pt modelId="{9A2E1546-26A1-45D9-85C0-0590E56E316B}" type="pres">
      <dgm:prSet presAssocID="{1A2F40C0-E56D-4DC5-87D2-8DA73B30DFCA}" presName="linear" presStyleCnt="0">
        <dgm:presLayoutVars>
          <dgm:animLvl val="lvl"/>
          <dgm:resizeHandles val="exact"/>
        </dgm:presLayoutVars>
      </dgm:prSet>
      <dgm:spPr/>
    </dgm:pt>
    <dgm:pt modelId="{1ADCFF7B-F548-4A41-BFA6-E5A5A79255BF}" type="pres">
      <dgm:prSet presAssocID="{391839FF-A6D2-4669-9882-DE9F0F8E2CA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1351F59-CA83-440D-A64C-189CC0C3CE96}" type="pres">
      <dgm:prSet presAssocID="{4C9CDCCC-455F-48AF-99F1-FF2D76E432DC}" presName="spacer" presStyleCnt="0"/>
      <dgm:spPr/>
    </dgm:pt>
    <dgm:pt modelId="{955660A1-6307-48C5-9BA3-9E3E0A126BA9}" type="pres">
      <dgm:prSet presAssocID="{3C6E10EA-FC7B-45D4-B937-A51C56BFFB0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2DEC18-37C3-490D-A0F5-F36607552BCE}" type="pres">
      <dgm:prSet presAssocID="{0CEB1E59-23EF-4D75-9A52-083C75554870}" presName="spacer" presStyleCnt="0"/>
      <dgm:spPr/>
    </dgm:pt>
    <dgm:pt modelId="{4B25D035-BC81-4C9C-8C7A-E90A106667AC}" type="pres">
      <dgm:prSet presAssocID="{7CAA34E9-75FA-43C2-B032-EA7E9603720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FA38B0C-2BE7-4D90-84A9-CE99ECD2EA70}" type="presOf" srcId="{7CAA34E9-75FA-43C2-B032-EA7E96037202}" destId="{4B25D035-BC81-4C9C-8C7A-E90A106667AC}" srcOrd="0" destOrd="0" presId="urn:microsoft.com/office/officeart/2005/8/layout/vList2"/>
    <dgm:cxn modelId="{7A2DC92A-5669-4F73-A87E-FD49667D6547}" srcId="{1A2F40C0-E56D-4DC5-87D2-8DA73B30DFCA}" destId="{391839FF-A6D2-4669-9882-DE9F0F8E2CA1}" srcOrd="0" destOrd="0" parTransId="{B42EDA9E-DB6D-4535-89A8-4837E053BF8C}" sibTransId="{4C9CDCCC-455F-48AF-99F1-FF2D76E432DC}"/>
    <dgm:cxn modelId="{454D9831-B8CA-457D-AB3E-A9BC7CFF7FAC}" srcId="{1A2F40C0-E56D-4DC5-87D2-8DA73B30DFCA}" destId="{3C6E10EA-FC7B-45D4-B937-A51C56BFFB0B}" srcOrd="1" destOrd="0" parTransId="{27B0A4EB-2269-4665-A82A-97385A4E9968}" sibTransId="{0CEB1E59-23EF-4D75-9A52-083C75554870}"/>
    <dgm:cxn modelId="{B97BF198-3F76-4577-A9CA-7EBA48C2C942}" type="presOf" srcId="{1A2F40C0-E56D-4DC5-87D2-8DA73B30DFCA}" destId="{9A2E1546-26A1-45D9-85C0-0590E56E316B}" srcOrd="0" destOrd="0" presId="urn:microsoft.com/office/officeart/2005/8/layout/vList2"/>
    <dgm:cxn modelId="{6F05F19F-DF58-4744-9635-E15FA8A4B051}" srcId="{1A2F40C0-E56D-4DC5-87D2-8DA73B30DFCA}" destId="{7CAA34E9-75FA-43C2-B032-EA7E96037202}" srcOrd="2" destOrd="0" parTransId="{9F870480-03BD-476D-B187-676EA8071E44}" sibTransId="{0BB19A1A-A441-4F55-968B-ECB2509696F2}"/>
    <dgm:cxn modelId="{372859DE-B853-4CDA-B4E8-FB41C1F5D42B}" type="presOf" srcId="{3C6E10EA-FC7B-45D4-B937-A51C56BFFB0B}" destId="{955660A1-6307-48C5-9BA3-9E3E0A126BA9}" srcOrd="0" destOrd="0" presId="urn:microsoft.com/office/officeart/2005/8/layout/vList2"/>
    <dgm:cxn modelId="{CB598FFE-C80A-4951-997A-7448EB476823}" type="presOf" srcId="{391839FF-A6D2-4669-9882-DE9F0F8E2CA1}" destId="{1ADCFF7B-F548-4A41-BFA6-E5A5A79255BF}" srcOrd="0" destOrd="0" presId="urn:microsoft.com/office/officeart/2005/8/layout/vList2"/>
    <dgm:cxn modelId="{3FEAF93B-77A5-41CA-BF0E-C0C4F391654A}" type="presParOf" srcId="{9A2E1546-26A1-45D9-85C0-0590E56E316B}" destId="{1ADCFF7B-F548-4A41-BFA6-E5A5A79255BF}" srcOrd="0" destOrd="0" presId="urn:microsoft.com/office/officeart/2005/8/layout/vList2"/>
    <dgm:cxn modelId="{E105663B-7656-438E-B95C-88AD6C65189E}" type="presParOf" srcId="{9A2E1546-26A1-45D9-85C0-0590E56E316B}" destId="{E1351F59-CA83-440D-A64C-189CC0C3CE96}" srcOrd="1" destOrd="0" presId="urn:microsoft.com/office/officeart/2005/8/layout/vList2"/>
    <dgm:cxn modelId="{D5503B1F-AFC3-494F-8E65-0832CD5AC01D}" type="presParOf" srcId="{9A2E1546-26A1-45D9-85C0-0590E56E316B}" destId="{955660A1-6307-48C5-9BA3-9E3E0A126BA9}" srcOrd="2" destOrd="0" presId="urn:microsoft.com/office/officeart/2005/8/layout/vList2"/>
    <dgm:cxn modelId="{40667BE5-4E6B-428C-828B-6A6C4F74D587}" type="presParOf" srcId="{9A2E1546-26A1-45D9-85C0-0590E56E316B}" destId="{002DEC18-37C3-490D-A0F5-F36607552BCE}" srcOrd="3" destOrd="0" presId="urn:microsoft.com/office/officeart/2005/8/layout/vList2"/>
    <dgm:cxn modelId="{7083C222-435B-4E38-A9DE-DB6241B6E628}" type="presParOf" srcId="{9A2E1546-26A1-45D9-85C0-0590E56E316B}" destId="{4B25D035-BC81-4C9C-8C7A-E90A106667A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9373A-5BF5-4318-A235-491F79D093F3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88A17D-F91D-4F1E-9114-BE1BCB49DE10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Syfte: Förbehandla råa ljudsignaler (.wav) för tillståndsbaserat underhåll (Predictive Maintenance)</a:t>
          </a:r>
          <a:endParaRPr lang="en-US" sz="1300" kern="1200"/>
        </a:p>
      </dsp:txBody>
      <dsp:txXfrm>
        <a:off x="3845652" y="478140"/>
        <a:ext cx="1475545" cy="1475545"/>
      </dsp:txXfrm>
    </dsp:sp>
    <dsp:sp modelId="{10994293-8C00-46D5-8E3D-CE012121F03C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Relevans: Direkt kopplat till min kommande LIA-PLATS och rollen som Data Scientist.</a:t>
          </a:r>
          <a:endParaRPr lang="en-US" sz="1300" kern="1200"/>
        </a:p>
      </dsp:txBody>
      <dsp:txXfrm>
        <a:off x="5606630" y="478140"/>
        <a:ext cx="1475545" cy="1475545"/>
      </dsp:txXfrm>
    </dsp:sp>
    <dsp:sp modelId="{3C682D92-BC7F-45E2-AB9E-E081DE467C34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Avgränsning: Fokus enbart på ljudsinaler och Fast Fourier Transform(FFT)</a:t>
          </a:r>
          <a:endParaRPr lang="en-US" sz="1300" kern="1200"/>
        </a:p>
      </dsp:txBody>
      <dsp:txXfrm>
        <a:off x="3845652" y="2239118"/>
        <a:ext cx="1475545" cy="1475545"/>
      </dsp:txXfrm>
    </dsp:sp>
    <dsp:sp modelId="{F7C36A74-03C5-4370-853F-78BFC384DB69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Medvetna val: Avancerade metoder som MFCC och realtidsanalys har valts bort för tydlig avgränsning.</a:t>
          </a:r>
          <a:endParaRPr lang="en-US" sz="1300" kern="1200"/>
        </a:p>
      </dsp:txBody>
      <dsp:txXfrm>
        <a:off x="5606630" y="2239118"/>
        <a:ext cx="1475545" cy="14755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BC3BF-942E-47C2-A4C8-35F65A7D7747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CC50450-F413-4BFE-BA09-BC39B6EB4643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Datagenerering: Syntetiska ljudsignaler skapas I tidsdomänen (50 Hz för normalt, 400 Hz för fel).</a:t>
          </a:r>
          <a:endParaRPr lang="en-US" sz="1300" kern="1200"/>
        </a:p>
      </dsp:txBody>
      <dsp:txXfrm>
        <a:off x="1228411" y="621955"/>
        <a:ext cx="1919362" cy="1919362"/>
      </dsp:txXfrm>
    </dsp:sp>
    <dsp:sp modelId="{B0CCC1BF-D9CF-4C45-98FD-BD697B50AA48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Signalbehandling(FFT): Omvandling från tidsdomän till frekvensdomän med scippy.fft.</a:t>
          </a:r>
          <a:endParaRPr lang="en-US" sz="1300" kern="1200"/>
        </a:p>
      </dsp:txBody>
      <dsp:txXfrm>
        <a:off x="3519058" y="621955"/>
        <a:ext cx="1919362" cy="1919362"/>
      </dsp:txXfrm>
    </dsp:sp>
    <dsp:sp modelId="{4A25D8E8-4CE5-4D48-8066-42E16DAF5E1C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Feature Extraction: Beräkning av medelvärde, maxvärde och standardavvikelse.</a:t>
          </a:r>
          <a:endParaRPr lang="en-US" sz="1300" kern="1200"/>
        </a:p>
      </dsp:txBody>
      <dsp:txXfrm>
        <a:off x="1228411" y="2912601"/>
        <a:ext cx="1919362" cy="1919362"/>
      </dsp:txXfrm>
    </dsp:sp>
    <dsp:sp modelId="{1DE8C4AB-7D1D-41B4-8D6A-0131E1CAC361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Klassificering: Träning av RandomForestClassifier från scikit-learn.</a:t>
          </a:r>
          <a:endParaRPr lang="en-US" sz="1300" kern="1200"/>
        </a:p>
      </dsp:txBody>
      <dsp:txXfrm>
        <a:off x="3519058" y="2912601"/>
        <a:ext cx="1919362" cy="19193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73123-DF84-480F-9262-323C4DC11DE2}">
      <dsp:nvSpPr>
        <dsp:cNvPr id="0" name=""/>
        <dsp:cNvSpPr/>
      </dsp:nvSpPr>
      <dsp:spPr>
        <a:xfrm>
          <a:off x="0" y="797719"/>
          <a:ext cx="6666833" cy="9149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Struktur: Huvudkoden fins I main.py ich alla beroenden I requirements.txt.</a:t>
          </a:r>
          <a:endParaRPr lang="en-US" sz="2300" kern="1200"/>
        </a:p>
      </dsp:txBody>
      <dsp:txXfrm>
        <a:off x="44664" y="842383"/>
        <a:ext cx="6577505" cy="825612"/>
      </dsp:txXfrm>
    </dsp:sp>
    <dsp:sp modelId="{5B92AE58-B503-4074-8C08-E45DAD698E66}">
      <dsp:nvSpPr>
        <dsp:cNvPr id="0" name=""/>
        <dsp:cNvSpPr/>
      </dsp:nvSpPr>
      <dsp:spPr>
        <a:xfrm>
          <a:off x="0" y="1778899"/>
          <a:ext cx="6666833" cy="91494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Viktiga bibliotek: numpy, scipy, librosa och scikit-learn.</a:t>
          </a:r>
          <a:endParaRPr lang="en-US" sz="2300" kern="1200"/>
        </a:p>
      </dsp:txBody>
      <dsp:txXfrm>
        <a:off x="44664" y="1823563"/>
        <a:ext cx="6577505" cy="825612"/>
      </dsp:txXfrm>
    </dsp:sp>
    <dsp:sp modelId="{0A96756E-4322-4907-B8E8-878971859B8F}">
      <dsp:nvSpPr>
        <dsp:cNvPr id="0" name=""/>
        <dsp:cNvSpPr/>
      </dsp:nvSpPr>
      <dsp:spPr>
        <a:xfrm>
          <a:off x="0" y="2760080"/>
          <a:ext cx="6666833" cy="91494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Resultat: Modellen når hög pricksäkerhet eftersom FFT gör det lätt att skilja på frekvenserna.</a:t>
          </a:r>
          <a:endParaRPr lang="en-US" sz="2300" kern="1200"/>
        </a:p>
      </dsp:txBody>
      <dsp:txXfrm>
        <a:off x="44664" y="2804744"/>
        <a:ext cx="6577505" cy="825612"/>
      </dsp:txXfrm>
    </dsp:sp>
    <dsp:sp modelId="{CF2A41CB-9A02-4D41-9020-7F3BB079A097}">
      <dsp:nvSpPr>
        <dsp:cNvPr id="0" name=""/>
        <dsp:cNvSpPr/>
      </dsp:nvSpPr>
      <dsp:spPr>
        <a:xfrm>
          <a:off x="0" y="3741260"/>
          <a:ext cx="6666833" cy="9149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Demonstration: Koden körs enkelt I terminalen med python main.py.</a:t>
          </a:r>
          <a:endParaRPr lang="en-US" sz="2300" kern="1200"/>
        </a:p>
      </dsp:txBody>
      <dsp:txXfrm>
        <a:off x="44664" y="3785924"/>
        <a:ext cx="6577505" cy="8256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CFF7B-F548-4A41-BFA6-E5A5A79255BF}">
      <dsp:nvSpPr>
        <dsp:cNvPr id="0" name=""/>
        <dsp:cNvSpPr/>
      </dsp:nvSpPr>
      <dsp:spPr>
        <a:xfrm>
          <a:off x="0" y="48969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Begränsningar: Projektet täcker enbart korta, syntetiska .wav- filer utan realtidshantering.</a:t>
          </a:r>
          <a:endParaRPr lang="en-US" sz="3400" kern="1200"/>
        </a:p>
      </dsp:txBody>
      <dsp:txXfrm>
        <a:off x="66025" y="114994"/>
        <a:ext cx="10383550" cy="1220470"/>
      </dsp:txXfrm>
    </dsp:sp>
    <dsp:sp modelId="{955660A1-6307-48C5-9BA3-9E3E0A126BA9}">
      <dsp:nvSpPr>
        <dsp:cNvPr id="0" name=""/>
        <dsp:cNvSpPr/>
      </dsp:nvSpPr>
      <dsp:spPr>
        <a:xfrm>
          <a:off x="0" y="1499409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Huvudsaklig lärdom: Rått förbehandling (Feature Extraction) underlättar maskininlärningen avsevärt.</a:t>
          </a:r>
          <a:endParaRPr lang="en-US" sz="3400" kern="1200"/>
        </a:p>
      </dsp:txBody>
      <dsp:txXfrm>
        <a:off x="66025" y="1565434"/>
        <a:ext cx="10383550" cy="1220470"/>
      </dsp:txXfrm>
    </dsp:sp>
    <dsp:sp modelId="{4B25D035-BC81-4C9C-8C7A-E90A106667AC}">
      <dsp:nvSpPr>
        <dsp:cNvPr id="0" name=""/>
        <dsp:cNvSpPr/>
      </dsp:nvSpPr>
      <dsp:spPr>
        <a:xfrm>
          <a:off x="0" y="2949848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Källkod: Finns tillgängling på GitHub.</a:t>
          </a:r>
          <a:endParaRPr lang="en-US" sz="3400" kern="1200"/>
        </a:p>
      </dsp:txBody>
      <dsp:txXfrm>
        <a:off x="66025" y="3015873"/>
        <a:ext cx="10383550" cy="1220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Signalbehandling</a:t>
            </a:r>
            <a:r>
              <a:rPr lang="en-GB" dirty="0"/>
              <a:t> och </a:t>
            </a:r>
            <a:r>
              <a:rPr lang="en-GB" dirty="0" err="1"/>
              <a:t>Klassificering</a:t>
            </a:r>
            <a:r>
              <a:rPr lang="en-GB" dirty="0"/>
              <a:t> </a:t>
            </a:r>
            <a:r>
              <a:rPr lang="en-GB" dirty="0" err="1"/>
              <a:t>av</a:t>
            </a:r>
            <a:r>
              <a:rPr lang="en-GB" dirty="0"/>
              <a:t> </a:t>
            </a:r>
            <a:r>
              <a:rPr lang="en-GB" dirty="0" err="1"/>
              <a:t>Ljuddata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/>
              <a:t>Valfri</a:t>
            </a:r>
            <a:r>
              <a:rPr lang="en-GB" dirty="0"/>
              <a:t> </a:t>
            </a:r>
            <a:r>
              <a:rPr lang="en-GB" dirty="0" err="1"/>
              <a:t>fördjupning</a:t>
            </a:r>
            <a:r>
              <a:rPr lang="en-GB" dirty="0"/>
              <a:t>  I Python för Data Science</a:t>
            </a:r>
          </a:p>
          <a:p>
            <a:endParaRPr lang="en-GB" dirty="0"/>
          </a:p>
          <a:p>
            <a:r>
              <a:rPr lang="en-GB" dirty="0"/>
              <a:t>By: Biljana Markovic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ED39F-F595-436A-1BC2-39576037C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Syfte och Avgränsning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75DDF12-37A7-5D75-A7B5-3DB75757E0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322338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9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82C4C-E17C-903D-6CB5-E5AC96BE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Metod och Lösningens Uppbyggnad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22EE8A-7894-75FF-0860-BCC5516591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31113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151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0B8F3-91A2-A94B-0250-913EE63BD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Kodstruktur och Resultat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721CC1-F8BE-7750-D240-5EA9636711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507423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1689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0909-6336-F2DE-0EC3-8E6DCF55B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Begränsningar</a:t>
            </a:r>
            <a:r>
              <a:rPr lang="en-GB" dirty="0"/>
              <a:t> och </a:t>
            </a:r>
            <a:r>
              <a:rPr lang="en-GB" dirty="0" err="1"/>
              <a:t>Lärdomar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7E25F8-17DE-4E5D-BE7E-4427E7CE59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7044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Signalbehandling och Klassificering av Ljuddata</vt:lpstr>
      <vt:lpstr>Syfte och Avgränsning</vt:lpstr>
      <vt:lpstr>Metod och Lösningens Uppbyggnad</vt:lpstr>
      <vt:lpstr>Kodstruktur och Resultat</vt:lpstr>
      <vt:lpstr>Begränsningar och Lärdomar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126</cp:revision>
  <dcterms:created xsi:type="dcterms:W3CDTF">2026-09-21T13:09:17Z</dcterms:created>
  <dcterms:modified xsi:type="dcterms:W3CDTF">2026-09-21T13:26:35Z</dcterms:modified>
</cp:coreProperties>
</file>